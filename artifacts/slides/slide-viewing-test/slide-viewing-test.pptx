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f40e24c51b4898" /><Relationship Type="http://schemas.openxmlformats.org/officeDocument/2006/relationships/extended-properties" Target="/docProps/app.xml" Id="R59063dd514584bcd" /><Relationship Type="http://schemas.openxmlformats.org/officeDocument/2006/relationships/officeDocument" Target="/ppt/presentation.xml" Id="R44f76c29eec74f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fcf66186e44609"/>
  </p:sldMasterIdLst>
  <p:notesMasterIdLst>
    <p:notesMasterId xmlns:r="http://schemas.openxmlformats.org/officeDocument/2006/relationships" r:id="R232c38dd1c684ec5"/>
  </p:notesMasterIdLst>
  <p:sldIdLst>
    <p:sldId xmlns:r="http://schemas.openxmlformats.org/officeDocument/2006/relationships" id="256" r:id="R79f9e1abcde84d93"/>
    <p:sldId xmlns:r="http://schemas.openxmlformats.org/officeDocument/2006/relationships" id="257" r:id="Rcb5b0d775c0d4dbe"/>
    <p:sldId xmlns:r="http://schemas.openxmlformats.org/officeDocument/2006/relationships" id="258" r:id="R4ae383e6be4b47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9d8ae7f3474e1c" /><Relationship Type="http://schemas.openxmlformats.org/officeDocument/2006/relationships/slideMaster" Target="/ppt/slideMasters/slideMaster1.xml" Id="R7efcf66186e44609" /><Relationship Type="http://schemas.openxmlformats.org/officeDocument/2006/relationships/notesMaster" Target="/ppt/notesMasters/notesMaster1.xml" Id="R232c38dd1c684ec5" /><Relationship Type="http://schemas.openxmlformats.org/officeDocument/2006/relationships/presProps" Target="/ppt/presProps.xml" Id="R6be9ae3ddca14ed8" /><Relationship Type="http://schemas.openxmlformats.org/officeDocument/2006/relationships/tableStyles" Target="/ppt/tableStyles.xml" Id="R533150c54a6b49d7" /><Relationship Type="http://schemas.openxmlformats.org/officeDocument/2006/relationships/slide" Target="/ppt/slides/slide1.xml" Id="R79f9e1abcde84d93" /><Relationship Type="http://schemas.openxmlformats.org/officeDocument/2006/relationships/slide" Target="/ppt/slides/slide2.xml" Id="Rcb5b0d775c0d4dbe" /><Relationship Type="http://schemas.openxmlformats.org/officeDocument/2006/relationships/slide" Target="/ppt/slides/slide3.xml" Id="R4ae383e6be4b47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41711dfb484d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b5ff874ff34789" /><Relationship Type="http://schemas.openxmlformats.org/officeDocument/2006/relationships/notesMaster" Target="/ppt/notesMasters/notesMaster1.xml" Id="Rb5229399e4ee46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603d787e97441c" /><Relationship Type="http://schemas.openxmlformats.org/officeDocument/2006/relationships/notesMaster" Target="/ppt/notesMasters/notesMaster1.xml" Id="R675263e7934d49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47898216f34f78" /><Relationship Type="http://schemas.openxmlformats.org/officeDocument/2006/relationships/notesMaster" Target="/ppt/notesMasters/notesMaster1.xml" Id="R218cd717962e40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eec724b7784e2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fa2f9031b74b2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1f66cc0e6543b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1d222795e14bd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ca837ca9c4482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eef6f1ec224a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618F41A-C5CC-42D6-8F7D-BD41781ED3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0EFB560-5DC8-4802-B99F-D4524566A53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97B5375-B8E0-4EC8-8732-C859C0AEFD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BAA0F6B-8825-4DBD-A4AE-B55FC44DF3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5C40584-9074-4E6E-ABEF-FAB522190C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EE2B1B7-BCD3-4868-9B96-22B43720D0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6B70FD9-2B78-4A9C-9554-1B0F51E412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BA6B372-8F29-4EAA-825D-F51BB18E853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168F1B-7A43-4A6A-A767-902BB66E26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9376D34-2840-45D7-964A-015A7DF565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3d2243f2b0464a" /><Relationship Type="http://schemas.openxmlformats.org/officeDocument/2006/relationships/slideLayout" Target="/ppt/slideLayouts/slideLayout1.xml" Id="Rfea5a5999f0a402e" /><Relationship Type="http://schemas.openxmlformats.org/officeDocument/2006/relationships/slideLayout" Target="/ppt/slideLayouts/slideLayout2.xml" Id="R6c87cc5ef4be4277" /><Relationship Type="http://schemas.openxmlformats.org/officeDocument/2006/relationships/slideLayout" Target="/ppt/slideLayouts/slideLayout3.xml" Id="Rbe05c131e8114f0a" /><Relationship Type="http://schemas.openxmlformats.org/officeDocument/2006/relationships/slideLayout" Target="/ppt/slideLayouts/slideLayout4.xml" Id="R680a0388e74b4f2b" /><Relationship Type="http://schemas.openxmlformats.org/officeDocument/2006/relationships/slideLayout" Target="/ppt/slideLayouts/slideLayout5.xml" Id="R8677bed5549e4132" /><Relationship Type="http://schemas.openxmlformats.org/officeDocument/2006/relationships/slideLayout" Target="/ppt/slideLayouts/slideLayout6.xml" Id="R54297deade374a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a5a5999f0a402e"/>
    <p:sldLayoutId xmlns:r="http://schemas.openxmlformats.org/officeDocument/2006/relationships" id="2147483650" r:id="R6c87cc5ef4be4277"/>
    <p:sldLayoutId xmlns:r="http://schemas.openxmlformats.org/officeDocument/2006/relationships" id="2147483651" r:id="Rbe05c131e8114f0a"/>
    <p:sldLayoutId xmlns:r="http://schemas.openxmlformats.org/officeDocument/2006/relationships" id="2147483652" r:id="R680a0388e74b4f2b"/>
    <p:sldLayoutId xmlns:r="http://schemas.openxmlformats.org/officeDocument/2006/relationships" id="2147483653" r:id="R8677bed5549e4132"/>
    <p:sldLayoutId xmlns:r="http://schemas.openxmlformats.org/officeDocument/2006/relationships" id="2147483654" r:id="R54297deade374a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94daf8bc5b4ed2" /><Relationship Type="http://schemas.openxmlformats.org/officeDocument/2006/relationships/notesSlide" Target="/ppt/notesSlides/notesSlide1.xml" Id="R40ca5a888ee545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664f71194d4168" /><Relationship Type="http://schemas.openxmlformats.org/officeDocument/2006/relationships/notesSlide" Target="/ppt/notesSlides/notesSlide2.xml" Id="R2f8fac1b276c4e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a5115647244181" /><Relationship Type="http://schemas.openxmlformats.org/officeDocument/2006/relationships/notesSlide" Target="/ppt/notesSlides/notesSlide3.xml" Id="Rc86951c64a3746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5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DDA0A3B-5C42-4C12-A9C6-C69079EE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"/>
            <a:ext cx="2286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7500" b="1">
                <a:solidFill>
                  <a:srgbClr val="B5DAAF"/>
                </a:solidFill>
                <a:latin typeface="Noto Sans CJK JP"/>
                <a:ea typeface="Noto Sans CJK JP"/>
                <a:cs typeface="Noto Sans CJK JP"/>
              </a:defRPr>
            </a:defPPr>
            <a:lvl1pPr>
              <a:defRPr sz="7500" b="1">
                <a:solidFill>
                  <a:srgbClr val="B5DAAF"/>
                </a:solidFill>
                <a:latin typeface="Noto Sans CJK JP"/>
                <a:ea typeface="Noto Sans CJK JP"/>
                <a:cs typeface="Noto Sans CJK JP"/>
              </a:defRPr>
            </a:lvl1pPr>
            <a:lvl2pPr>
              <a:defRPr sz="7500" b="1">
                <a:solidFill>
                  <a:srgbClr val="B5DAAF"/>
                </a:solidFill>
                <a:latin typeface="Noto Sans CJK JP"/>
                <a:ea typeface="Noto Sans CJK JP"/>
                <a:cs typeface="Noto Sans CJK JP"/>
              </a:defRPr>
            </a:lvl2pPr>
            <a:lvl3pPr>
              <a:defRPr sz="7500" b="1">
                <a:solidFill>
                  <a:srgbClr val="B5DAAF"/>
                </a:solidFill>
                <a:latin typeface="Noto Sans CJK JP"/>
                <a:ea typeface="Noto Sans CJK JP"/>
                <a:cs typeface="Noto Sans CJK JP"/>
              </a:defRPr>
            </a:lvl3pPr>
            <a:lvl4pPr>
              <a:defRPr sz="7500" b="1">
                <a:solidFill>
                  <a:srgbClr val="B5DAAF"/>
                </a:solidFill>
                <a:latin typeface="Noto Sans CJK JP"/>
                <a:ea typeface="Noto Sans CJK JP"/>
                <a:cs typeface="Noto Sans CJK JP"/>
              </a:defRPr>
            </a:lvl4pPr>
            <a:lvl5pPr>
              <a:defRPr sz="7500" b="1">
                <a:solidFill>
                  <a:srgbClr val="B5DAAF"/>
                </a:solidFill>
                <a:latin typeface="Noto Sans CJK JP"/>
                <a:ea typeface="Noto Sans CJK JP"/>
                <a:cs typeface="Noto Sans CJK JP"/>
              </a:defRPr>
            </a:lvl5pPr>
            <a:lvl6pPr>
              <a:defRPr sz="7500" b="1">
                <a:solidFill>
                  <a:srgbClr val="B5DAAF"/>
                </a:solidFill>
                <a:latin typeface="Noto Sans CJK JP"/>
                <a:ea typeface="Noto Sans CJK JP"/>
                <a:cs typeface="Noto Sans CJK JP"/>
              </a:defRPr>
            </a:lvl6pPr>
            <a:lvl7pPr>
              <a:defRPr sz="7500" b="1">
                <a:solidFill>
                  <a:srgbClr val="B5DAAF"/>
                </a:solidFill>
                <a:latin typeface="Noto Sans CJK JP"/>
                <a:ea typeface="Noto Sans CJK JP"/>
                <a:cs typeface="Noto Sans CJK JP"/>
              </a:defRPr>
            </a:lvl7pPr>
            <a:lvl8pPr>
              <a:defRPr sz="7500" b="1">
                <a:solidFill>
                  <a:srgbClr val="B5DAAF"/>
                </a:solidFill>
                <a:latin typeface="Noto Sans CJK JP"/>
                <a:ea typeface="Noto Sans CJK JP"/>
                <a:cs typeface="Noto Sans CJK JP"/>
              </a:defRPr>
            </a:lvl8pPr>
            <a:lvl9pPr>
              <a:defRPr sz="7500" b="1">
                <a:solidFill>
                  <a:srgbClr val="B5DAAF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>
              <a:defRPr sz="7500" b="1">
                <a:solidFill>
                  <a:srgbClr val="B5DAA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0" b="1">
                <a:solidFill>
                  <a:srgbClr val="B5DAAF"/>
                </a:solidFill>
                <a:latin typeface="Noto Sans CJK JP"/>
                <a:ea typeface="Noto Sans CJK JP"/>
                <a:cs typeface="Noto Sans CJK JP"/>
              </a:rPr>
              <a:t>01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BFFBA94F-B793-4242-8446-0A12CE2E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106680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5850" b="1">
                <a:solidFill>
                  <a:srgbClr val="F8F4E9"/>
                </a:solidFill>
                <a:latin typeface="Noto Sans CJK JP"/>
                <a:ea typeface="Noto Sans CJK JP"/>
                <a:cs typeface="Noto Sans CJK JP"/>
              </a:defRPr>
            </a:defPPr>
            <a:lvl1pPr>
              <a:defRPr sz="5850" b="1">
                <a:solidFill>
                  <a:srgbClr val="F8F4E9"/>
                </a:solidFill>
                <a:latin typeface="Noto Sans CJK JP"/>
                <a:ea typeface="Noto Sans CJK JP"/>
                <a:cs typeface="Noto Sans CJK JP"/>
              </a:defRPr>
            </a:lvl1pPr>
            <a:lvl2pPr>
              <a:defRPr sz="5850" b="1">
                <a:solidFill>
                  <a:srgbClr val="F8F4E9"/>
                </a:solidFill>
                <a:latin typeface="Noto Sans CJK JP"/>
                <a:ea typeface="Noto Sans CJK JP"/>
                <a:cs typeface="Noto Sans CJK JP"/>
              </a:defRPr>
            </a:lvl2pPr>
            <a:lvl3pPr>
              <a:defRPr sz="5850" b="1">
                <a:solidFill>
                  <a:srgbClr val="F8F4E9"/>
                </a:solidFill>
                <a:latin typeface="Noto Sans CJK JP"/>
                <a:ea typeface="Noto Sans CJK JP"/>
                <a:cs typeface="Noto Sans CJK JP"/>
              </a:defRPr>
            </a:lvl3pPr>
            <a:lvl4pPr>
              <a:defRPr sz="5850" b="1">
                <a:solidFill>
                  <a:srgbClr val="F8F4E9"/>
                </a:solidFill>
                <a:latin typeface="Noto Sans CJK JP"/>
                <a:ea typeface="Noto Sans CJK JP"/>
                <a:cs typeface="Noto Sans CJK JP"/>
              </a:defRPr>
            </a:lvl4pPr>
            <a:lvl5pPr>
              <a:defRPr sz="5850" b="1">
                <a:solidFill>
                  <a:srgbClr val="F8F4E9"/>
                </a:solidFill>
                <a:latin typeface="Noto Sans CJK JP"/>
                <a:ea typeface="Noto Sans CJK JP"/>
                <a:cs typeface="Noto Sans CJK JP"/>
              </a:defRPr>
            </a:lvl5pPr>
            <a:lvl6pPr>
              <a:defRPr sz="5850" b="1">
                <a:solidFill>
                  <a:srgbClr val="F8F4E9"/>
                </a:solidFill>
                <a:latin typeface="Noto Sans CJK JP"/>
                <a:ea typeface="Noto Sans CJK JP"/>
                <a:cs typeface="Noto Sans CJK JP"/>
              </a:defRPr>
            </a:lvl6pPr>
            <a:lvl7pPr>
              <a:defRPr sz="5850" b="1">
                <a:solidFill>
                  <a:srgbClr val="F8F4E9"/>
                </a:solidFill>
                <a:latin typeface="Noto Sans CJK JP"/>
                <a:ea typeface="Noto Sans CJK JP"/>
                <a:cs typeface="Noto Sans CJK JP"/>
              </a:defRPr>
            </a:lvl7pPr>
            <a:lvl8pPr>
              <a:defRPr sz="5850" b="1">
                <a:solidFill>
                  <a:srgbClr val="F8F4E9"/>
                </a:solidFill>
                <a:latin typeface="Noto Sans CJK JP"/>
                <a:ea typeface="Noto Sans CJK JP"/>
                <a:cs typeface="Noto Sans CJK JP"/>
              </a:defRPr>
            </a:lvl8pPr>
            <a:lvl9pPr>
              <a:defRPr sz="5850" b="1">
                <a:solidFill>
                  <a:srgbClr val="F8F4E9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>
              <a:defRPr sz="5850" b="1">
                <a:solidFill>
                  <a:srgbClr val="F8F4E9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5850" b="1">
                <a:solidFill>
                  <a:srgbClr val="F8F4E9"/>
                </a:solidFill>
                <a:latin typeface="Noto Sans CJK JP"/>
                <a:ea typeface="Noto Sans CJK JP"/>
                <a:cs typeface="Noto Sans CJK JP"/>
              </a:rPr>
              <a:t>スライドを、</a:t>
            </a:r>
          </a:p>
          <a:p xmlns:a="http://schemas.openxmlformats.org/drawingml/2006/main">
            <a:pPr>
              <a:defRPr sz="5850" b="1">
                <a:solidFill>
                  <a:srgbClr val="F8F4E9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5850" b="1">
                <a:solidFill>
                  <a:srgbClr val="F8F4E9"/>
                </a:solidFill>
                <a:latin typeface="Noto Sans CJK JP"/>
                <a:ea typeface="Noto Sans CJK JP"/>
                <a:cs typeface="Noto Sans CJK JP"/>
              </a:rPr>
              <a:t>スライドとして見る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DD6080B5-0E5B-45E4-8E67-79DCE091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10591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2550" b="0">
                <a:solidFill>
                  <a:srgbClr val="D1DCD8"/>
                </a:solidFill>
                <a:latin typeface="Noto Sans CJK JP"/>
                <a:ea typeface="Noto Sans CJK JP"/>
                <a:cs typeface="Noto Sans CJK JP"/>
              </a:defRPr>
            </a:defPPr>
            <a:lvl1pPr>
              <a:defRPr sz="2550" b="0">
                <a:solidFill>
                  <a:srgbClr val="D1DCD8"/>
                </a:solidFill>
                <a:latin typeface="Noto Sans CJK JP"/>
                <a:ea typeface="Noto Sans CJK JP"/>
                <a:cs typeface="Noto Sans CJK JP"/>
              </a:defRPr>
            </a:lvl1pPr>
            <a:lvl2pPr>
              <a:defRPr sz="2550" b="0">
                <a:solidFill>
                  <a:srgbClr val="D1DCD8"/>
                </a:solidFill>
                <a:latin typeface="Noto Sans CJK JP"/>
                <a:ea typeface="Noto Sans CJK JP"/>
                <a:cs typeface="Noto Sans CJK JP"/>
              </a:defRPr>
            </a:lvl2pPr>
            <a:lvl3pPr>
              <a:defRPr sz="2550" b="0">
                <a:solidFill>
                  <a:srgbClr val="D1DCD8"/>
                </a:solidFill>
                <a:latin typeface="Noto Sans CJK JP"/>
                <a:ea typeface="Noto Sans CJK JP"/>
                <a:cs typeface="Noto Sans CJK JP"/>
              </a:defRPr>
            </a:lvl3pPr>
            <a:lvl4pPr>
              <a:defRPr sz="2550" b="0">
                <a:solidFill>
                  <a:srgbClr val="D1DCD8"/>
                </a:solidFill>
                <a:latin typeface="Noto Sans CJK JP"/>
                <a:ea typeface="Noto Sans CJK JP"/>
                <a:cs typeface="Noto Sans CJK JP"/>
              </a:defRPr>
            </a:lvl4pPr>
            <a:lvl5pPr>
              <a:defRPr sz="2550" b="0">
                <a:solidFill>
                  <a:srgbClr val="D1DCD8"/>
                </a:solidFill>
                <a:latin typeface="Noto Sans CJK JP"/>
                <a:ea typeface="Noto Sans CJK JP"/>
                <a:cs typeface="Noto Sans CJK JP"/>
              </a:defRPr>
            </a:lvl5pPr>
            <a:lvl6pPr>
              <a:defRPr sz="2550" b="0">
                <a:solidFill>
                  <a:srgbClr val="D1DCD8"/>
                </a:solidFill>
                <a:latin typeface="Noto Sans CJK JP"/>
                <a:ea typeface="Noto Sans CJK JP"/>
                <a:cs typeface="Noto Sans CJK JP"/>
              </a:defRPr>
            </a:lvl6pPr>
            <a:lvl7pPr>
              <a:defRPr sz="2550" b="0">
                <a:solidFill>
                  <a:srgbClr val="D1DCD8"/>
                </a:solidFill>
                <a:latin typeface="Noto Sans CJK JP"/>
                <a:ea typeface="Noto Sans CJK JP"/>
                <a:cs typeface="Noto Sans CJK JP"/>
              </a:defRPr>
            </a:lvl7pPr>
            <a:lvl8pPr>
              <a:defRPr sz="2550" b="0">
                <a:solidFill>
                  <a:srgbClr val="D1DCD8"/>
                </a:solidFill>
                <a:latin typeface="Noto Sans CJK JP"/>
                <a:ea typeface="Noto Sans CJK JP"/>
                <a:cs typeface="Noto Sans CJK JP"/>
              </a:defRPr>
            </a:lvl8pPr>
            <a:lvl9pPr>
              <a:defRPr sz="2550" b="0">
                <a:solidFill>
                  <a:srgbClr val="D1DCD8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D1DCD8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550" b="0">
                <a:solidFill>
                  <a:srgbClr val="D1DCD8"/>
                </a:solidFill>
                <a:latin typeface="Noto Sans CJK JP"/>
                <a:ea typeface="Noto Sans CJK JP"/>
                <a:cs typeface="Noto Sans CJK JP"/>
              </a:rPr>
              <a:t>完成した一枚を、そのまま楽しむ。</a:t>
            </a:r>
          </a:p>
        </p:txBody>
      </p:sp>
      <p:sp>
        <p:nvSpPr>
          <p:cNvPr id="5" name="deck-position">
            <a:extLst xmlns:a="http://schemas.openxmlformats.org/drawingml/2006/main">
              <a:ext uri="{FF2B5EF4-FFF2-40B4-BE49-F238E27FC236}">
                <a16:creationId xmlns:a16="http://schemas.microsoft.com/office/drawing/2014/main" id="{11E9A738-DDD9-48CF-A1D2-2154767E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0579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950" b="0">
                <a:solidFill>
                  <a:srgbClr val="D1DCD8"/>
                </a:solidFill>
                <a:latin typeface="Noto Sans CJK JP"/>
                <a:ea typeface="Noto Sans CJK JP"/>
                <a:cs typeface="Noto Sans CJK JP"/>
              </a:defRPr>
            </a:defPPr>
            <a:lvl1pPr>
              <a:defRPr sz="1950" b="0">
                <a:solidFill>
                  <a:srgbClr val="D1DCD8"/>
                </a:solidFill>
                <a:latin typeface="Noto Sans CJK JP"/>
                <a:ea typeface="Noto Sans CJK JP"/>
                <a:cs typeface="Noto Sans CJK JP"/>
              </a:defRPr>
            </a:lvl1pPr>
            <a:lvl2pPr>
              <a:defRPr sz="1950" b="0">
                <a:solidFill>
                  <a:srgbClr val="D1DCD8"/>
                </a:solidFill>
                <a:latin typeface="Noto Sans CJK JP"/>
                <a:ea typeface="Noto Sans CJK JP"/>
                <a:cs typeface="Noto Sans CJK JP"/>
              </a:defRPr>
            </a:lvl2pPr>
            <a:lvl3pPr>
              <a:defRPr sz="1950" b="0">
                <a:solidFill>
                  <a:srgbClr val="D1DCD8"/>
                </a:solidFill>
                <a:latin typeface="Noto Sans CJK JP"/>
                <a:ea typeface="Noto Sans CJK JP"/>
                <a:cs typeface="Noto Sans CJK JP"/>
              </a:defRPr>
            </a:lvl3pPr>
            <a:lvl4pPr>
              <a:defRPr sz="1950" b="0">
                <a:solidFill>
                  <a:srgbClr val="D1DCD8"/>
                </a:solidFill>
                <a:latin typeface="Noto Sans CJK JP"/>
                <a:ea typeface="Noto Sans CJK JP"/>
                <a:cs typeface="Noto Sans CJK JP"/>
              </a:defRPr>
            </a:lvl4pPr>
            <a:lvl5pPr>
              <a:defRPr sz="1950" b="0">
                <a:solidFill>
                  <a:srgbClr val="D1DCD8"/>
                </a:solidFill>
                <a:latin typeface="Noto Sans CJK JP"/>
                <a:ea typeface="Noto Sans CJK JP"/>
                <a:cs typeface="Noto Sans CJK JP"/>
              </a:defRPr>
            </a:lvl5pPr>
            <a:lvl6pPr>
              <a:defRPr sz="1950" b="0">
                <a:solidFill>
                  <a:srgbClr val="D1DCD8"/>
                </a:solidFill>
                <a:latin typeface="Noto Sans CJK JP"/>
                <a:ea typeface="Noto Sans CJK JP"/>
                <a:cs typeface="Noto Sans CJK JP"/>
              </a:defRPr>
            </a:lvl6pPr>
            <a:lvl7pPr>
              <a:defRPr sz="1950" b="0">
                <a:solidFill>
                  <a:srgbClr val="D1DCD8"/>
                </a:solidFill>
                <a:latin typeface="Noto Sans CJK JP"/>
                <a:ea typeface="Noto Sans CJK JP"/>
                <a:cs typeface="Noto Sans CJK JP"/>
              </a:defRPr>
            </a:lvl7pPr>
            <a:lvl8pPr>
              <a:defRPr sz="1950" b="0">
                <a:solidFill>
                  <a:srgbClr val="D1DCD8"/>
                </a:solidFill>
                <a:latin typeface="Noto Sans CJK JP"/>
                <a:ea typeface="Noto Sans CJK JP"/>
                <a:cs typeface="Noto Sans CJK JP"/>
              </a:defRPr>
            </a:lvl8pPr>
            <a:lvl9pPr>
              <a:defRPr sz="1950" b="0">
                <a:solidFill>
                  <a:srgbClr val="D1DCD8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D1DCD8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0">
                <a:solidFill>
                  <a:srgbClr val="D1DCD8"/>
                </a:solidFill>
                <a:latin typeface="Noto Sans CJK JP"/>
                <a:ea typeface="Noto Sans CJK JP"/>
                <a:cs typeface="Noto Sans CJK JP"/>
              </a:rPr>
              <a:t>1 / 3</a:t>
            </a:r>
          </a:p>
        </p:txBody>
      </p:sp>
    </p:spTree>
    <p:extLst>
      <p:ext uri="{BB962C8B-B14F-4D97-AF65-F5344CB8AC3E}">
        <p14:creationId xmlns:p14="http://schemas.microsoft.com/office/powerpoint/2010/main" val="7299197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EE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3983FA8-E90B-4CF4-B075-18D9C008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"/>
            <a:ext cx="2286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7500" b="1">
                <a:solidFill>
                  <a:srgbClr val="3F765C"/>
                </a:solidFill>
                <a:latin typeface="Noto Sans CJK JP"/>
                <a:ea typeface="Noto Sans CJK JP"/>
                <a:cs typeface="Noto Sans CJK JP"/>
              </a:defRPr>
            </a:defPPr>
            <a:lvl1pPr>
              <a:defRPr sz="7500" b="1">
                <a:solidFill>
                  <a:srgbClr val="3F765C"/>
                </a:solidFill>
                <a:latin typeface="Noto Sans CJK JP"/>
                <a:ea typeface="Noto Sans CJK JP"/>
                <a:cs typeface="Noto Sans CJK JP"/>
              </a:defRPr>
            </a:lvl1pPr>
            <a:lvl2pPr>
              <a:defRPr sz="7500" b="1">
                <a:solidFill>
                  <a:srgbClr val="3F765C"/>
                </a:solidFill>
                <a:latin typeface="Noto Sans CJK JP"/>
                <a:ea typeface="Noto Sans CJK JP"/>
                <a:cs typeface="Noto Sans CJK JP"/>
              </a:defRPr>
            </a:lvl2pPr>
            <a:lvl3pPr>
              <a:defRPr sz="7500" b="1">
                <a:solidFill>
                  <a:srgbClr val="3F765C"/>
                </a:solidFill>
                <a:latin typeface="Noto Sans CJK JP"/>
                <a:ea typeface="Noto Sans CJK JP"/>
                <a:cs typeface="Noto Sans CJK JP"/>
              </a:defRPr>
            </a:lvl3pPr>
            <a:lvl4pPr>
              <a:defRPr sz="7500" b="1">
                <a:solidFill>
                  <a:srgbClr val="3F765C"/>
                </a:solidFill>
                <a:latin typeface="Noto Sans CJK JP"/>
                <a:ea typeface="Noto Sans CJK JP"/>
                <a:cs typeface="Noto Sans CJK JP"/>
              </a:defRPr>
            </a:lvl4pPr>
            <a:lvl5pPr>
              <a:defRPr sz="7500" b="1">
                <a:solidFill>
                  <a:srgbClr val="3F765C"/>
                </a:solidFill>
                <a:latin typeface="Noto Sans CJK JP"/>
                <a:ea typeface="Noto Sans CJK JP"/>
                <a:cs typeface="Noto Sans CJK JP"/>
              </a:defRPr>
            </a:lvl5pPr>
            <a:lvl6pPr>
              <a:defRPr sz="7500" b="1">
                <a:solidFill>
                  <a:srgbClr val="3F765C"/>
                </a:solidFill>
                <a:latin typeface="Noto Sans CJK JP"/>
                <a:ea typeface="Noto Sans CJK JP"/>
                <a:cs typeface="Noto Sans CJK JP"/>
              </a:defRPr>
            </a:lvl6pPr>
            <a:lvl7pPr>
              <a:defRPr sz="7500" b="1">
                <a:solidFill>
                  <a:srgbClr val="3F765C"/>
                </a:solidFill>
                <a:latin typeface="Noto Sans CJK JP"/>
                <a:ea typeface="Noto Sans CJK JP"/>
                <a:cs typeface="Noto Sans CJK JP"/>
              </a:defRPr>
            </a:lvl7pPr>
            <a:lvl8pPr>
              <a:defRPr sz="7500" b="1">
                <a:solidFill>
                  <a:srgbClr val="3F765C"/>
                </a:solidFill>
                <a:latin typeface="Noto Sans CJK JP"/>
                <a:ea typeface="Noto Sans CJK JP"/>
                <a:cs typeface="Noto Sans CJK JP"/>
              </a:defRPr>
            </a:lvl8pPr>
            <a:lvl9pPr>
              <a:defRPr sz="7500" b="1">
                <a:solidFill>
                  <a:srgbClr val="3F765C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>
              <a:defRPr sz="7500" b="1">
                <a:solidFill>
                  <a:srgbClr val="3F765C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0" b="1">
                <a:solidFill>
                  <a:srgbClr val="3F765C"/>
                </a:solidFill>
                <a:latin typeface="Noto Sans CJK JP"/>
                <a:ea typeface="Noto Sans CJK JP"/>
                <a:cs typeface="Noto Sans CJK JP"/>
              </a:rPr>
              <a:t>02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D893EF10-71E0-40DF-A1DA-0A1760C0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106680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5850" b="1">
                <a:solidFill>
                  <a:srgbClr val="16372F"/>
                </a:solidFill>
                <a:latin typeface="Noto Sans CJK JP"/>
                <a:ea typeface="Noto Sans CJK JP"/>
                <a:cs typeface="Noto Sans CJK JP"/>
              </a:defRPr>
            </a:defPPr>
            <a:lvl1pPr>
              <a:defRPr sz="5850" b="1">
                <a:solidFill>
                  <a:srgbClr val="16372F"/>
                </a:solidFill>
                <a:latin typeface="Noto Sans CJK JP"/>
                <a:ea typeface="Noto Sans CJK JP"/>
                <a:cs typeface="Noto Sans CJK JP"/>
              </a:defRPr>
            </a:lvl1pPr>
            <a:lvl2pPr>
              <a:defRPr sz="5850" b="1">
                <a:solidFill>
                  <a:srgbClr val="16372F"/>
                </a:solidFill>
                <a:latin typeface="Noto Sans CJK JP"/>
                <a:ea typeface="Noto Sans CJK JP"/>
                <a:cs typeface="Noto Sans CJK JP"/>
              </a:defRPr>
            </a:lvl2pPr>
            <a:lvl3pPr>
              <a:defRPr sz="5850" b="1">
                <a:solidFill>
                  <a:srgbClr val="16372F"/>
                </a:solidFill>
                <a:latin typeface="Noto Sans CJK JP"/>
                <a:ea typeface="Noto Sans CJK JP"/>
                <a:cs typeface="Noto Sans CJK JP"/>
              </a:defRPr>
            </a:lvl3pPr>
            <a:lvl4pPr>
              <a:defRPr sz="5850" b="1">
                <a:solidFill>
                  <a:srgbClr val="16372F"/>
                </a:solidFill>
                <a:latin typeface="Noto Sans CJK JP"/>
                <a:ea typeface="Noto Sans CJK JP"/>
                <a:cs typeface="Noto Sans CJK JP"/>
              </a:defRPr>
            </a:lvl4pPr>
            <a:lvl5pPr>
              <a:defRPr sz="5850" b="1">
                <a:solidFill>
                  <a:srgbClr val="16372F"/>
                </a:solidFill>
                <a:latin typeface="Noto Sans CJK JP"/>
                <a:ea typeface="Noto Sans CJK JP"/>
                <a:cs typeface="Noto Sans CJK JP"/>
              </a:defRPr>
            </a:lvl5pPr>
            <a:lvl6pPr>
              <a:defRPr sz="5850" b="1">
                <a:solidFill>
                  <a:srgbClr val="16372F"/>
                </a:solidFill>
                <a:latin typeface="Noto Sans CJK JP"/>
                <a:ea typeface="Noto Sans CJK JP"/>
                <a:cs typeface="Noto Sans CJK JP"/>
              </a:defRPr>
            </a:lvl6pPr>
            <a:lvl7pPr>
              <a:defRPr sz="5850" b="1">
                <a:solidFill>
                  <a:srgbClr val="16372F"/>
                </a:solidFill>
                <a:latin typeface="Noto Sans CJK JP"/>
                <a:ea typeface="Noto Sans CJK JP"/>
                <a:cs typeface="Noto Sans CJK JP"/>
              </a:defRPr>
            </a:lvl7pPr>
            <a:lvl8pPr>
              <a:defRPr sz="5850" b="1">
                <a:solidFill>
                  <a:srgbClr val="16372F"/>
                </a:solidFill>
                <a:latin typeface="Noto Sans CJK JP"/>
                <a:ea typeface="Noto Sans CJK JP"/>
                <a:cs typeface="Noto Sans CJK JP"/>
              </a:defRPr>
            </a:lvl8pPr>
            <a:lvl9pPr>
              <a:defRPr sz="5850" b="1">
                <a:solidFill>
                  <a:srgbClr val="16372F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>
              <a:defRPr sz="5850" b="1">
                <a:solidFill>
                  <a:srgbClr val="16372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5850" b="1">
                <a:solidFill>
                  <a:srgbClr val="16372F"/>
                </a:solidFill>
                <a:latin typeface="Noto Sans CJK JP"/>
                <a:ea typeface="Noto Sans CJK JP"/>
                <a:cs typeface="Noto Sans CJK JP"/>
              </a:rPr>
              <a:t>一枚の中に、</a:t>
            </a:r>
          </a:p>
          <a:p xmlns:a="http://schemas.openxmlformats.org/drawingml/2006/main">
            <a:pPr>
              <a:defRPr sz="5850" b="1">
                <a:solidFill>
                  <a:srgbClr val="16372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5850" b="1">
                <a:solidFill>
                  <a:srgbClr val="16372F"/>
                </a:solidFill>
                <a:latin typeface="Noto Sans CJK JP"/>
                <a:ea typeface="Noto Sans CJK JP"/>
                <a:cs typeface="Noto Sans CJK JP"/>
              </a:rPr>
              <a:t>意味がまとまる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5254549D-5C88-47AC-8498-24E090F7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10591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2550" b="0">
                <a:solidFill>
                  <a:srgbClr val="365B4B"/>
                </a:solidFill>
                <a:latin typeface="Noto Sans CJK JP"/>
                <a:ea typeface="Noto Sans CJK JP"/>
                <a:cs typeface="Noto Sans CJK JP"/>
              </a:defRPr>
            </a:defPPr>
            <a:lvl1pPr>
              <a:defRPr sz="2550" b="0">
                <a:solidFill>
                  <a:srgbClr val="365B4B"/>
                </a:solidFill>
                <a:latin typeface="Noto Sans CJK JP"/>
                <a:ea typeface="Noto Sans CJK JP"/>
                <a:cs typeface="Noto Sans CJK JP"/>
              </a:defRPr>
            </a:lvl1pPr>
            <a:lvl2pPr>
              <a:defRPr sz="2550" b="0">
                <a:solidFill>
                  <a:srgbClr val="365B4B"/>
                </a:solidFill>
                <a:latin typeface="Noto Sans CJK JP"/>
                <a:ea typeface="Noto Sans CJK JP"/>
                <a:cs typeface="Noto Sans CJK JP"/>
              </a:defRPr>
            </a:lvl2pPr>
            <a:lvl3pPr>
              <a:defRPr sz="2550" b="0">
                <a:solidFill>
                  <a:srgbClr val="365B4B"/>
                </a:solidFill>
                <a:latin typeface="Noto Sans CJK JP"/>
                <a:ea typeface="Noto Sans CJK JP"/>
                <a:cs typeface="Noto Sans CJK JP"/>
              </a:defRPr>
            </a:lvl3pPr>
            <a:lvl4pPr>
              <a:defRPr sz="2550" b="0">
                <a:solidFill>
                  <a:srgbClr val="365B4B"/>
                </a:solidFill>
                <a:latin typeface="Noto Sans CJK JP"/>
                <a:ea typeface="Noto Sans CJK JP"/>
                <a:cs typeface="Noto Sans CJK JP"/>
              </a:defRPr>
            </a:lvl4pPr>
            <a:lvl5pPr>
              <a:defRPr sz="2550" b="0">
                <a:solidFill>
                  <a:srgbClr val="365B4B"/>
                </a:solidFill>
                <a:latin typeface="Noto Sans CJK JP"/>
                <a:ea typeface="Noto Sans CJK JP"/>
                <a:cs typeface="Noto Sans CJK JP"/>
              </a:defRPr>
            </a:lvl5pPr>
            <a:lvl6pPr>
              <a:defRPr sz="2550" b="0">
                <a:solidFill>
                  <a:srgbClr val="365B4B"/>
                </a:solidFill>
                <a:latin typeface="Noto Sans CJK JP"/>
                <a:ea typeface="Noto Sans CJK JP"/>
                <a:cs typeface="Noto Sans CJK JP"/>
              </a:defRPr>
            </a:lvl6pPr>
            <a:lvl7pPr>
              <a:defRPr sz="2550" b="0">
                <a:solidFill>
                  <a:srgbClr val="365B4B"/>
                </a:solidFill>
                <a:latin typeface="Noto Sans CJK JP"/>
                <a:ea typeface="Noto Sans CJK JP"/>
                <a:cs typeface="Noto Sans CJK JP"/>
              </a:defRPr>
            </a:lvl7pPr>
            <a:lvl8pPr>
              <a:defRPr sz="2550" b="0">
                <a:solidFill>
                  <a:srgbClr val="365B4B"/>
                </a:solidFill>
                <a:latin typeface="Noto Sans CJK JP"/>
                <a:ea typeface="Noto Sans CJK JP"/>
                <a:cs typeface="Noto Sans CJK JP"/>
              </a:defRPr>
            </a:lvl8pPr>
            <a:lvl9pPr>
              <a:defRPr sz="2550" b="0">
                <a:solidFill>
                  <a:srgbClr val="365B4B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365B4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550" b="0">
                <a:solidFill>
                  <a:srgbClr val="365B4B"/>
                </a:solidFill>
                <a:latin typeface="Noto Sans CJK JP"/>
                <a:ea typeface="Noto Sans CJK JP"/>
                <a:cs typeface="Noto Sans CJK JP"/>
              </a:rPr>
              <a:t>文字の大きさ、余白、配置も伝わる。</a:t>
            </a:r>
          </a:p>
        </p:txBody>
      </p:sp>
      <p:sp>
        <p:nvSpPr>
          <p:cNvPr id="5" name="deck-position">
            <a:extLst xmlns:a="http://schemas.openxmlformats.org/drawingml/2006/main">
              <a:ext uri="{FF2B5EF4-FFF2-40B4-BE49-F238E27FC236}">
                <a16:creationId xmlns:a16="http://schemas.microsoft.com/office/drawing/2014/main" id="{5D7B26FF-EBD2-435A-A60C-F691EBD1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0579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950" b="0">
                <a:solidFill>
                  <a:srgbClr val="365B4B"/>
                </a:solidFill>
                <a:latin typeface="Noto Sans CJK JP"/>
                <a:ea typeface="Noto Sans CJK JP"/>
                <a:cs typeface="Noto Sans CJK JP"/>
              </a:defRPr>
            </a:defPPr>
            <a:lvl1pPr>
              <a:defRPr sz="1950" b="0">
                <a:solidFill>
                  <a:srgbClr val="365B4B"/>
                </a:solidFill>
                <a:latin typeface="Noto Sans CJK JP"/>
                <a:ea typeface="Noto Sans CJK JP"/>
                <a:cs typeface="Noto Sans CJK JP"/>
              </a:defRPr>
            </a:lvl1pPr>
            <a:lvl2pPr>
              <a:defRPr sz="1950" b="0">
                <a:solidFill>
                  <a:srgbClr val="365B4B"/>
                </a:solidFill>
                <a:latin typeface="Noto Sans CJK JP"/>
                <a:ea typeface="Noto Sans CJK JP"/>
                <a:cs typeface="Noto Sans CJK JP"/>
              </a:defRPr>
            </a:lvl2pPr>
            <a:lvl3pPr>
              <a:defRPr sz="1950" b="0">
                <a:solidFill>
                  <a:srgbClr val="365B4B"/>
                </a:solidFill>
                <a:latin typeface="Noto Sans CJK JP"/>
                <a:ea typeface="Noto Sans CJK JP"/>
                <a:cs typeface="Noto Sans CJK JP"/>
              </a:defRPr>
            </a:lvl3pPr>
            <a:lvl4pPr>
              <a:defRPr sz="1950" b="0">
                <a:solidFill>
                  <a:srgbClr val="365B4B"/>
                </a:solidFill>
                <a:latin typeface="Noto Sans CJK JP"/>
                <a:ea typeface="Noto Sans CJK JP"/>
                <a:cs typeface="Noto Sans CJK JP"/>
              </a:defRPr>
            </a:lvl4pPr>
            <a:lvl5pPr>
              <a:defRPr sz="1950" b="0">
                <a:solidFill>
                  <a:srgbClr val="365B4B"/>
                </a:solidFill>
                <a:latin typeface="Noto Sans CJK JP"/>
                <a:ea typeface="Noto Sans CJK JP"/>
                <a:cs typeface="Noto Sans CJK JP"/>
              </a:defRPr>
            </a:lvl5pPr>
            <a:lvl6pPr>
              <a:defRPr sz="1950" b="0">
                <a:solidFill>
                  <a:srgbClr val="365B4B"/>
                </a:solidFill>
                <a:latin typeface="Noto Sans CJK JP"/>
                <a:ea typeface="Noto Sans CJK JP"/>
                <a:cs typeface="Noto Sans CJK JP"/>
              </a:defRPr>
            </a:lvl6pPr>
            <a:lvl7pPr>
              <a:defRPr sz="1950" b="0">
                <a:solidFill>
                  <a:srgbClr val="365B4B"/>
                </a:solidFill>
                <a:latin typeface="Noto Sans CJK JP"/>
                <a:ea typeface="Noto Sans CJK JP"/>
                <a:cs typeface="Noto Sans CJK JP"/>
              </a:defRPr>
            </a:lvl7pPr>
            <a:lvl8pPr>
              <a:defRPr sz="1950" b="0">
                <a:solidFill>
                  <a:srgbClr val="365B4B"/>
                </a:solidFill>
                <a:latin typeface="Noto Sans CJK JP"/>
                <a:ea typeface="Noto Sans CJK JP"/>
                <a:cs typeface="Noto Sans CJK JP"/>
              </a:defRPr>
            </a:lvl8pPr>
            <a:lvl9pPr>
              <a:defRPr sz="1950" b="0">
                <a:solidFill>
                  <a:srgbClr val="365B4B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65B4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0">
                <a:solidFill>
                  <a:srgbClr val="365B4B"/>
                </a:solidFill>
                <a:latin typeface="Noto Sans CJK JP"/>
                <a:ea typeface="Noto Sans CJK JP"/>
                <a:cs typeface="Noto Sans CJK JP"/>
              </a:rPr>
              <a:t>2 / 3</a:t>
            </a:r>
          </a:p>
        </p:txBody>
      </p:sp>
    </p:spTree>
    <p:extLst>
      <p:ext uri="{BB962C8B-B14F-4D97-AF65-F5344CB8AC3E}">
        <p14:creationId xmlns:p14="http://schemas.microsoft.com/office/powerpoint/2010/main" val="8930198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823E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30EAFC7-6699-4DAD-B818-59FAE809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"/>
            <a:ext cx="2286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7500" b="1">
                <a:solidFill>
                  <a:srgbClr val="F8D39B"/>
                </a:solidFill>
                <a:latin typeface="Noto Sans CJK JP"/>
                <a:ea typeface="Noto Sans CJK JP"/>
                <a:cs typeface="Noto Sans CJK JP"/>
              </a:defRPr>
            </a:defPPr>
            <a:lvl1pPr>
              <a:defRPr sz="7500" b="1">
                <a:solidFill>
                  <a:srgbClr val="F8D39B"/>
                </a:solidFill>
                <a:latin typeface="Noto Sans CJK JP"/>
                <a:ea typeface="Noto Sans CJK JP"/>
                <a:cs typeface="Noto Sans CJK JP"/>
              </a:defRPr>
            </a:lvl1pPr>
            <a:lvl2pPr>
              <a:defRPr sz="7500" b="1">
                <a:solidFill>
                  <a:srgbClr val="F8D39B"/>
                </a:solidFill>
                <a:latin typeface="Noto Sans CJK JP"/>
                <a:ea typeface="Noto Sans CJK JP"/>
                <a:cs typeface="Noto Sans CJK JP"/>
              </a:defRPr>
            </a:lvl2pPr>
            <a:lvl3pPr>
              <a:defRPr sz="7500" b="1">
                <a:solidFill>
                  <a:srgbClr val="F8D39B"/>
                </a:solidFill>
                <a:latin typeface="Noto Sans CJK JP"/>
                <a:ea typeface="Noto Sans CJK JP"/>
                <a:cs typeface="Noto Sans CJK JP"/>
              </a:defRPr>
            </a:lvl3pPr>
            <a:lvl4pPr>
              <a:defRPr sz="7500" b="1">
                <a:solidFill>
                  <a:srgbClr val="F8D39B"/>
                </a:solidFill>
                <a:latin typeface="Noto Sans CJK JP"/>
                <a:ea typeface="Noto Sans CJK JP"/>
                <a:cs typeface="Noto Sans CJK JP"/>
              </a:defRPr>
            </a:lvl4pPr>
            <a:lvl5pPr>
              <a:defRPr sz="7500" b="1">
                <a:solidFill>
                  <a:srgbClr val="F8D39B"/>
                </a:solidFill>
                <a:latin typeface="Noto Sans CJK JP"/>
                <a:ea typeface="Noto Sans CJK JP"/>
                <a:cs typeface="Noto Sans CJK JP"/>
              </a:defRPr>
            </a:lvl5pPr>
            <a:lvl6pPr>
              <a:defRPr sz="7500" b="1">
                <a:solidFill>
                  <a:srgbClr val="F8D39B"/>
                </a:solidFill>
                <a:latin typeface="Noto Sans CJK JP"/>
                <a:ea typeface="Noto Sans CJK JP"/>
                <a:cs typeface="Noto Sans CJK JP"/>
              </a:defRPr>
            </a:lvl6pPr>
            <a:lvl7pPr>
              <a:defRPr sz="7500" b="1">
                <a:solidFill>
                  <a:srgbClr val="F8D39B"/>
                </a:solidFill>
                <a:latin typeface="Noto Sans CJK JP"/>
                <a:ea typeface="Noto Sans CJK JP"/>
                <a:cs typeface="Noto Sans CJK JP"/>
              </a:defRPr>
            </a:lvl7pPr>
            <a:lvl8pPr>
              <a:defRPr sz="7500" b="1">
                <a:solidFill>
                  <a:srgbClr val="F8D39B"/>
                </a:solidFill>
                <a:latin typeface="Noto Sans CJK JP"/>
                <a:ea typeface="Noto Sans CJK JP"/>
                <a:cs typeface="Noto Sans CJK JP"/>
              </a:defRPr>
            </a:lvl8pPr>
            <a:lvl9pPr>
              <a:defRPr sz="7500" b="1">
                <a:solidFill>
                  <a:srgbClr val="F8D39B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>
              <a:defRPr sz="7500" b="1">
                <a:solidFill>
                  <a:srgbClr val="F8D39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0" b="1">
                <a:solidFill>
                  <a:srgbClr val="F8D39B"/>
                </a:solidFill>
                <a:latin typeface="Noto Sans CJK JP"/>
                <a:ea typeface="Noto Sans CJK JP"/>
                <a:cs typeface="Noto Sans CJK JP"/>
              </a:rPr>
              <a:t>03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F7989C68-55C0-4F1B-9D04-40BC80DD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106680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5850" b="1">
                <a:solidFill>
                  <a:srgbClr val="FFF7E8"/>
                </a:solidFill>
                <a:latin typeface="Noto Sans CJK JP"/>
                <a:ea typeface="Noto Sans CJK JP"/>
                <a:cs typeface="Noto Sans CJK JP"/>
              </a:defRPr>
            </a:defPPr>
            <a:lvl1pPr>
              <a:defRPr sz="5850" b="1">
                <a:solidFill>
                  <a:srgbClr val="FFF7E8"/>
                </a:solidFill>
                <a:latin typeface="Noto Sans CJK JP"/>
                <a:ea typeface="Noto Sans CJK JP"/>
                <a:cs typeface="Noto Sans CJK JP"/>
              </a:defRPr>
            </a:lvl1pPr>
            <a:lvl2pPr>
              <a:defRPr sz="5850" b="1">
                <a:solidFill>
                  <a:srgbClr val="FFF7E8"/>
                </a:solidFill>
                <a:latin typeface="Noto Sans CJK JP"/>
                <a:ea typeface="Noto Sans CJK JP"/>
                <a:cs typeface="Noto Sans CJK JP"/>
              </a:defRPr>
            </a:lvl2pPr>
            <a:lvl3pPr>
              <a:defRPr sz="5850" b="1">
                <a:solidFill>
                  <a:srgbClr val="FFF7E8"/>
                </a:solidFill>
                <a:latin typeface="Noto Sans CJK JP"/>
                <a:ea typeface="Noto Sans CJK JP"/>
                <a:cs typeface="Noto Sans CJK JP"/>
              </a:defRPr>
            </a:lvl3pPr>
            <a:lvl4pPr>
              <a:defRPr sz="5850" b="1">
                <a:solidFill>
                  <a:srgbClr val="FFF7E8"/>
                </a:solidFill>
                <a:latin typeface="Noto Sans CJK JP"/>
                <a:ea typeface="Noto Sans CJK JP"/>
                <a:cs typeface="Noto Sans CJK JP"/>
              </a:defRPr>
            </a:lvl4pPr>
            <a:lvl5pPr>
              <a:defRPr sz="5850" b="1">
                <a:solidFill>
                  <a:srgbClr val="FFF7E8"/>
                </a:solidFill>
                <a:latin typeface="Noto Sans CJK JP"/>
                <a:ea typeface="Noto Sans CJK JP"/>
                <a:cs typeface="Noto Sans CJK JP"/>
              </a:defRPr>
            </a:lvl5pPr>
            <a:lvl6pPr>
              <a:defRPr sz="5850" b="1">
                <a:solidFill>
                  <a:srgbClr val="FFF7E8"/>
                </a:solidFill>
                <a:latin typeface="Noto Sans CJK JP"/>
                <a:ea typeface="Noto Sans CJK JP"/>
                <a:cs typeface="Noto Sans CJK JP"/>
              </a:defRPr>
            </a:lvl6pPr>
            <a:lvl7pPr>
              <a:defRPr sz="5850" b="1">
                <a:solidFill>
                  <a:srgbClr val="FFF7E8"/>
                </a:solidFill>
                <a:latin typeface="Noto Sans CJK JP"/>
                <a:ea typeface="Noto Sans CJK JP"/>
                <a:cs typeface="Noto Sans CJK JP"/>
              </a:defRPr>
            </a:lvl7pPr>
            <a:lvl8pPr>
              <a:defRPr sz="5850" b="1">
                <a:solidFill>
                  <a:srgbClr val="FFF7E8"/>
                </a:solidFill>
                <a:latin typeface="Noto Sans CJK JP"/>
                <a:ea typeface="Noto Sans CJK JP"/>
                <a:cs typeface="Noto Sans CJK JP"/>
              </a:defRPr>
            </a:lvl8pPr>
            <a:lvl9pPr>
              <a:defRPr sz="5850" b="1">
                <a:solidFill>
                  <a:srgbClr val="FFF7E8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>
              <a:defRPr sz="5850" b="1">
                <a:solidFill>
                  <a:srgbClr val="FFF7E8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5850" b="1">
                <a:solidFill>
                  <a:srgbClr val="FFF7E8"/>
                </a:solidFill>
                <a:latin typeface="Noto Sans CJK JP"/>
                <a:ea typeface="Noto Sans CJK JP"/>
                <a:cs typeface="Noto Sans CJK JP"/>
              </a:rPr>
              <a:t>順番にめくって、</a:t>
            </a:r>
          </a:p>
          <a:p xmlns:a="http://schemas.openxmlformats.org/drawingml/2006/main">
            <a:pPr>
              <a:defRPr sz="5850" b="1">
                <a:solidFill>
                  <a:srgbClr val="FFF7E8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5850" b="1">
                <a:solidFill>
                  <a:srgbClr val="FFF7E8"/>
                </a:solidFill>
                <a:latin typeface="Noto Sans CJK JP"/>
                <a:ea typeface="Noto Sans CJK JP"/>
                <a:cs typeface="Noto Sans CJK JP"/>
              </a:rPr>
              <a:t>全体をつかむ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E6952160-E5EC-4D3B-A753-AD8732D0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10591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2550" b="0">
                <a:solidFill>
                  <a:srgbClr val="F1D8C4"/>
                </a:solidFill>
                <a:latin typeface="Noto Sans CJK JP"/>
                <a:ea typeface="Noto Sans CJK JP"/>
                <a:cs typeface="Noto Sans CJK JP"/>
              </a:defRPr>
            </a:defPPr>
            <a:lvl1pPr>
              <a:defRPr sz="2550" b="0">
                <a:solidFill>
                  <a:srgbClr val="F1D8C4"/>
                </a:solidFill>
                <a:latin typeface="Noto Sans CJK JP"/>
                <a:ea typeface="Noto Sans CJK JP"/>
                <a:cs typeface="Noto Sans CJK JP"/>
              </a:defRPr>
            </a:lvl1pPr>
            <a:lvl2pPr>
              <a:defRPr sz="2550" b="0">
                <a:solidFill>
                  <a:srgbClr val="F1D8C4"/>
                </a:solidFill>
                <a:latin typeface="Noto Sans CJK JP"/>
                <a:ea typeface="Noto Sans CJK JP"/>
                <a:cs typeface="Noto Sans CJK JP"/>
              </a:defRPr>
            </a:lvl2pPr>
            <a:lvl3pPr>
              <a:defRPr sz="2550" b="0">
                <a:solidFill>
                  <a:srgbClr val="F1D8C4"/>
                </a:solidFill>
                <a:latin typeface="Noto Sans CJK JP"/>
                <a:ea typeface="Noto Sans CJK JP"/>
                <a:cs typeface="Noto Sans CJK JP"/>
              </a:defRPr>
            </a:lvl3pPr>
            <a:lvl4pPr>
              <a:defRPr sz="2550" b="0">
                <a:solidFill>
                  <a:srgbClr val="F1D8C4"/>
                </a:solidFill>
                <a:latin typeface="Noto Sans CJK JP"/>
                <a:ea typeface="Noto Sans CJK JP"/>
                <a:cs typeface="Noto Sans CJK JP"/>
              </a:defRPr>
            </a:lvl4pPr>
            <a:lvl5pPr>
              <a:defRPr sz="2550" b="0">
                <a:solidFill>
                  <a:srgbClr val="F1D8C4"/>
                </a:solidFill>
                <a:latin typeface="Noto Sans CJK JP"/>
                <a:ea typeface="Noto Sans CJK JP"/>
                <a:cs typeface="Noto Sans CJK JP"/>
              </a:defRPr>
            </a:lvl5pPr>
            <a:lvl6pPr>
              <a:defRPr sz="2550" b="0">
                <a:solidFill>
                  <a:srgbClr val="F1D8C4"/>
                </a:solidFill>
                <a:latin typeface="Noto Sans CJK JP"/>
                <a:ea typeface="Noto Sans CJK JP"/>
                <a:cs typeface="Noto Sans CJK JP"/>
              </a:defRPr>
            </a:lvl6pPr>
            <a:lvl7pPr>
              <a:defRPr sz="2550" b="0">
                <a:solidFill>
                  <a:srgbClr val="F1D8C4"/>
                </a:solidFill>
                <a:latin typeface="Noto Sans CJK JP"/>
                <a:ea typeface="Noto Sans CJK JP"/>
                <a:cs typeface="Noto Sans CJK JP"/>
              </a:defRPr>
            </a:lvl7pPr>
            <a:lvl8pPr>
              <a:defRPr sz="2550" b="0">
                <a:solidFill>
                  <a:srgbClr val="F1D8C4"/>
                </a:solidFill>
                <a:latin typeface="Noto Sans CJK JP"/>
                <a:ea typeface="Noto Sans CJK JP"/>
                <a:cs typeface="Noto Sans CJK JP"/>
              </a:defRPr>
            </a:lvl8pPr>
            <a:lvl9pPr>
              <a:defRPr sz="2550" b="0">
                <a:solidFill>
                  <a:srgbClr val="F1D8C4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F1D8C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550" b="0">
                <a:solidFill>
                  <a:srgbClr val="F1D8C4"/>
                </a:solidFill>
                <a:latin typeface="Noto Sans CJK JP"/>
                <a:ea typeface="Noto Sans CJK JP"/>
                <a:cs typeface="Noto Sans CJK JP"/>
              </a:rPr>
              <a:t>編集は不要。自然に見られることがゴール。</a:t>
            </a:r>
          </a:p>
        </p:txBody>
      </p:sp>
      <p:sp>
        <p:nvSpPr>
          <p:cNvPr id="5" name="deck-position">
            <a:extLst xmlns:a="http://schemas.openxmlformats.org/drawingml/2006/main">
              <a:ext uri="{FF2B5EF4-FFF2-40B4-BE49-F238E27FC236}">
                <a16:creationId xmlns:a16="http://schemas.microsoft.com/office/drawing/2014/main" id="{B21E8B22-CBC2-493D-B401-7C3E0C99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0579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950" b="0">
                <a:solidFill>
                  <a:srgbClr val="F1D8C4"/>
                </a:solidFill>
                <a:latin typeface="Noto Sans CJK JP"/>
                <a:ea typeface="Noto Sans CJK JP"/>
                <a:cs typeface="Noto Sans CJK JP"/>
              </a:defRPr>
            </a:defPPr>
            <a:lvl1pPr>
              <a:defRPr sz="1950" b="0">
                <a:solidFill>
                  <a:srgbClr val="F1D8C4"/>
                </a:solidFill>
                <a:latin typeface="Noto Sans CJK JP"/>
                <a:ea typeface="Noto Sans CJK JP"/>
                <a:cs typeface="Noto Sans CJK JP"/>
              </a:defRPr>
            </a:lvl1pPr>
            <a:lvl2pPr>
              <a:defRPr sz="1950" b="0">
                <a:solidFill>
                  <a:srgbClr val="F1D8C4"/>
                </a:solidFill>
                <a:latin typeface="Noto Sans CJK JP"/>
                <a:ea typeface="Noto Sans CJK JP"/>
                <a:cs typeface="Noto Sans CJK JP"/>
              </a:defRPr>
            </a:lvl2pPr>
            <a:lvl3pPr>
              <a:defRPr sz="1950" b="0">
                <a:solidFill>
                  <a:srgbClr val="F1D8C4"/>
                </a:solidFill>
                <a:latin typeface="Noto Sans CJK JP"/>
                <a:ea typeface="Noto Sans CJK JP"/>
                <a:cs typeface="Noto Sans CJK JP"/>
              </a:defRPr>
            </a:lvl3pPr>
            <a:lvl4pPr>
              <a:defRPr sz="1950" b="0">
                <a:solidFill>
                  <a:srgbClr val="F1D8C4"/>
                </a:solidFill>
                <a:latin typeface="Noto Sans CJK JP"/>
                <a:ea typeface="Noto Sans CJK JP"/>
                <a:cs typeface="Noto Sans CJK JP"/>
              </a:defRPr>
            </a:lvl4pPr>
            <a:lvl5pPr>
              <a:defRPr sz="1950" b="0">
                <a:solidFill>
                  <a:srgbClr val="F1D8C4"/>
                </a:solidFill>
                <a:latin typeface="Noto Sans CJK JP"/>
                <a:ea typeface="Noto Sans CJK JP"/>
                <a:cs typeface="Noto Sans CJK JP"/>
              </a:defRPr>
            </a:lvl5pPr>
            <a:lvl6pPr>
              <a:defRPr sz="1950" b="0">
                <a:solidFill>
                  <a:srgbClr val="F1D8C4"/>
                </a:solidFill>
                <a:latin typeface="Noto Sans CJK JP"/>
                <a:ea typeface="Noto Sans CJK JP"/>
                <a:cs typeface="Noto Sans CJK JP"/>
              </a:defRPr>
            </a:lvl6pPr>
            <a:lvl7pPr>
              <a:defRPr sz="1950" b="0">
                <a:solidFill>
                  <a:srgbClr val="F1D8C4"/>
                </a:solidFill>
                <a:latin typeface="Noto Sans CJK JP"/>
                <a:ea typeface="Noto Sans CJK JP"/>
                <a:cs typeface="Noto Sans CJK JP"/>
              </a:defRPr>
            </a:lvl7pPr>
            <a:lvl8pPr>
              <a:defRPr sz="1950" b="0">
                <a:solidFill>
                  <a:srgbClr val="F1D8C4"/>
                </a:solidFill>
                <a:latin typeface="Noto Sans CJK JP"/>
                <a:ea typeface="Noto Sans CJK JP"/>
                <a:cs typeface="Noto Sans CJK JP"/>
              </a:defRPr>
            </a:lvl8pPr>
            <a:lvl9pPr>
              <a:defRPr sz="1950" b="0">
                <a:solidFill>
                  <a:srgbClr val="F1D8C4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F1D8C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0">
                <a:solidFill>
                  <a:srgbClr val="F1D8C4"/>
                </a:solidFill>
                <a:latin typeface="Noto Sans CJK JP"/>
                <a:ea typeface="Noto Sans CJK JP"/>
                <a:cs typeface="Noto Sans CJK JP"/>
              </a:rPr>
              <a:t>3 / 3</a:t>
            </a:r>
          </a:p>
        </p:txBody>
      </p:sp>
    </p:spTree>
    <p:extLst>
      <p:ext uri="{BB962C8B-B14F-4D97-AF65-F5344CB8AC3E}">
        <p14:creationId xmlns:p14="http://schemas.microsoft.com/office/powerpoint/2010/main" val="13680477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2026-10-17T20:06:19.8860000Z</dcterms:created>
  <dcterms:modified xsi:type="dcterms:W3CDTF">2026-10-17T20:06:19.8860000Z</dcterms:modified>
</coreProperties>
</file>