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5b8bd84d3b4077" /><Relationship Type="http://schemas.openxmlformats.org/officeDocument/2006/relationships/extended-properties" Target="/docProps/app.xml" Id="R028e5873a5274f6c" /><Relationship Type="http://schemas.openxmlformats.org/officeDocument/2006/relationships/officeDocument" Target="/ppt/presentation.xml" Id="Ref490ad8f0544b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dfa8578694d68"/>
  </p:sldMasterIdLst>
  <p:notesMasterIdLst>
    <p:notesMasterId xmlns:r="http://schemas.openxmlformats.org/officeDocument/2006/relationships" r:id="Rebf55eee1b394d6f"/>
  </p:notesMasterIdLst>
  <p:sldIdLst>
    <p:sldId xmlns:r="http://schemas.openxmlformats.org/officeDocument/2006/relationships" id="256" r:id="Rd6f963799a994b65"/>
    <p:sldId xmlns:r="http://schemas.openxmlformats.org/officeDocument/2006/relationships" id="257" r:id="R7795ea61d10348b5"/>
    <p:sldId xmlns:r="http://schemas.openxmlformats.org/officeDocument/2006/relationships" id="258" r:id="R05912da8caa24f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5d214237ec44c8" /><Relationship Type="http://schemas.openxmlformats.org/officeDocument/2006/relationships/slideMaster" Target="/ppt/slideMasters/slideMaster1.xml" Id="R435dfa8578694d68" /><Relationship Type="http://schemas.openxmlformats.org/officeDocument/2006/relationships/notesMaster" Target="/ppt/notesMasters/notesMaster1.xml" Id="Rebf55eee1b394d6f" /><Relationship Type="http://schemas.openxmlformats.org/officeDocument/2006/relationships/presProps" Target="/ppt/presProps.xml" Id="R70aed31ecd48440a" /><Relationship Type="http://schemas.openxmlformats.org/officeDocument/2006/relationships/tableStyles" Target="/ppt/tableStyles.xml" Id="Rb6a8d72e70c34fe5" /><Relationship Type="http://schemas.openxmlformats.org/officeDocument/2006/relationships/slide" Target="/ppt/slides/slide1.xml" Id="Rd6f963799a994b65" /><Relationship Type="http://schemas.openxmlformats.org/officeDocument/2006/relationships/slide" Target="/ppt/slides/slide2.xml" Id="R7795ea61d10348b5" /><Relationship Type="http://schemas.openxmlformats.org/officeDocument/2006/relationships/slide" Target="/ppt/slides/slide3.xml" Id="R05912da8caa2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6c8c63c1ce49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4b5ae4755a4447" /><Relationship Type="http://schemas.openxmlformats.org/officeDocument/2006/relationships/notesMaster" Target="/ppt/notesMasters/notesMaster1.xml" Id="R93f057e2f22b46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0fea59704e4b14" /><Relationship Type="http://schemas.openxmlformats.org/officeDocument/2006/relationships/notesMaster" Target="/ppt/notesMasters/notesMaster1.xml" Id="Rf776bee34a484e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15feec800401e" /><Relationship Type="http://schemas.openxmlformats.org/officeDocument/2006/relationships/notesMaster" Target="/ppt/notesMasters/notesMaster1.xml" Id="Rd7d660e88f9d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e3af4787c43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909d5e17d4a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8d8792b8146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2cf7ee29a48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62411192249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907f0ef63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D9D835-17E6-4C84-9B31-5D6579341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138C24-AA53-4748-9E91-EAF9497A62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82A749-FED7-43D3-A318-018AC0B92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A63594-0E1E-4F52-B1F1-317F877E5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AD4DCC-3CC2-42DC-928A-944982A7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653292-F015-41C9-BACE-EAADA695C8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8941E5-214D-4F1E-8CA5-FE42550077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F9830E-5C1E-4F86-9485-6F89561330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9B2AB0-52B2-4B08-9175-E124C04788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9CC255-7C98-4DE2-8B6F-7FD92D9266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950496ce4245d8" /><Relationship Type="http://schemas.openxmlformats.org/officeDocument/2006/relationships/slideLayout" Target="/ppt/slideLayouts/slideLayout1.xml" Id="R1ff3741c09b54067" /><Relationship Type="http://schemas.openxmlformats.org/officeDocument/2006/relationships/slideLayout" Target="/ppt/slideLayouts/slideLayout2.xml" Id="R5c88727f4da7463e" /><Relationship Type="http://schemas.openxmlformats.org/officeDocument/2006/relationships/slideLayout" Target="/ppt/slideLayouts/slideLayout3.xml" Id="Raf0c9d350bde40bd" /><Relationship Type="http://schemas.openxmlformats.org/officeDocument/2006/relationships/slideLayout" Target="/ppt/slideLayouts/slideLayout4.xml" Id="Rdd6dd5f8c0264060" /><Relationship Type="http://schemas.openxmlformats.org/officeDocument/2006/relationships/slideLayout" Target="/ppt/slideLayouts/slideLayout5.xml" Id="R02c24adce6714044" /><Relationship Type="http://schemas.openxmlformats.org/officeDocument/2006/relationships/slideLayout" Target="/ppt/slideLayouts/slideLayout6.xml" Id="Rfc429c03b1d14a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f3741c09b54067"/>
    <p:sldLayoutId xmlns:r="http://schemas.openxmlformats.org/officeDocument/2006/relationships" id="2147483650" r:id="R5c88727f4da7463e"/>
    <p:sldLayoutId xmlns:r="http://schemas.openxmlformats.org/officeDocument/2006/relationships" id="2147483651" r:id="Raf0c9d350bde40bd"/>
    <p:sldLayoutId xmlns:r="http://schemas.openxmlformats.org/officeDocument/2006/relationships" id="2147483652" r:id="Rdd6dd5f8c0264060"/>
    <p:sldLayoutId xmlns:r="http://schemas.openxmlformats.org/officeDocument/2006/relationships" id="2147483653" r:id="R02c24adce6714044"/>
    <p:sldLayoutId xmlns:r="http://schemas.openxmlformats.org/officeDocument/2006/relationships" id="2147483654" r:id="Rfc429c03b1d14a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379041aa84f55" /><Relationship Type="http://schemas.openxmlformats.org/officeDocument/2006/relationships/image" Target="/ppt/media/image.png" Id="R1b4f7caee56d46ee" /><Relationship Type="http://schemas.openxmlformats.org/officeDocument/2006/relationships/notesSlide" Target="/ppt/notesSlides/notesSlide1.xml" Id="R34b595251b7840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7f3c2482849be" /><Relationship Type="http://schemas.openxmlformats.org/officeDocument/2006/relationships/image" Target="/ppt/media/image2.png" Id="R7f28e438237148a6" /><Relationship Type="http://schemas.openxmlformats.org/officeDocument/2006/relationships/notesSlide" Target="/ppt/notesSlides/notesSlide2.xml" Id="Re45ace79c5de4b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f1371790e4888" /><Relationship Type="http://schemas.openxmlformats.org/officeDocument/2006/relationships/image" Target="/ppt/media/image3.png" Id="R33364ae4f6b94ad9" /><Relationship Type="http://schemas.openxmlformats.org/officeDocument/2006/relationships/notesSlide" Target="/ppt/notesSlides/notesSlide3.xml" Id="Re28568aebc4249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A702E-C922-4365-9D9D-2F2C9A763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f7caee56d46e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91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F0AA1-BDA6-4B21-A22C-5DC2FFBAB9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8e438237148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732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8B972-D988-4B1C-A877-DE44A79071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64ae4f6b94a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58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2026-10-19T11:12:39.9110000Z</dcterms:created>
  <dcterms:modified xsi:type="dcterms:W3CDTF">2026-10-19T11:12:39.9110000Z</dcterms:modified>
</coreProperties>
</file>